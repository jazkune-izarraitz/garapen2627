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 i="0">
                <a:solidFill>
                  <a:srgbClr val="1A1A1A"/>
                </a:solidFill>
                <a:latin typeface="Raleway"/>
              </a:rPr>
              <a:t>Ezagutzea — Tresnak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Raleway"/>
              </a:rPr>
              <a:t>recon-ng eta SpiderFoot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Raleway"/>
              </a:rPr>
              <a:t>Hacking etikoa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Gaurko gaia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Informazioa lortzeko tresna automatizatuak.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Komando-lerroa (recon-ng) eta web interfazea (SpiderFoot).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Kali Linux-en lan egingo dugu.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Zertarako balio dute?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Lan errepikakorrak edo automatizagarriak errazteko.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Domeinu, webgune, korreo… buruzko informazioa biltzeko.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Beste zerbitzuen API-ak toki bakarrean integratzeko.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Zer informazio lor dezakegu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Domeinuei eta azpidomeinuei buruzkoa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Webguneei buruzkoa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Korreo helbideak eta kontaktuak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11296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DNS, IP eta online presentzia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Kontuan hartzekoa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1A1A1A"/>
                </a:solidFill>
                <a:latin typeface="Raleway"/>
              </a:rPr>
              <a:t>Emaitza onak lortzeko, askotan API key-ak behar dira.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Kontuan hartzekoa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1A1A1A"/>
                </a:solidFill>
                <a:latin typeface="Raleway"/>
              </a:rPr>
              <a:t>Emaitza onak lortzeko, askotan API key-ak behar dira.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1A1A1A"/>
                </a:solidFill>
                <a:latin typeface="Raleway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1A1A1A"/>
                </a:solidFill>
                <a:latin typeface="Raleway"/>
              </a:rPr>
              <a:t>Horretarako zerbitzu horietan erregistratu behar gara.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Kontuan hartzekoa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API key gabe, modulu askok ez dute emaitzarik ematen.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Doako planak egon daitezke; batzuetan ez.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Key-ak sekretuak dira: ez partekatu txostenetan.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 i="0">
                <a:solidFill>
                  <a:srgbClr val="1A1A1A"/>
                </a:solidFill>
                <a:latin typeface="Raleway"/>
              </a:rPr>
              <a:t>recon-ng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Zer da recon-ng?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OSINT / ezagutze lanetarako framework bat.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Kali-n instalatuta etortzen 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Komando-lerrotik erabiltzen 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Nola antolatzen 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1">
                <a:solidFill>
                  <a:srgbClr val="1A1A1A"/>
                </a:solidFill>
                <a:latin typeface="Raleway"/>
              </a:rPr>
              <a:t>Workspaces  → 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Workspace: helburu edo proiektu bakoitza.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3931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Module: informazioa biltzeko tresna bakoitza.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9663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Mailaka nabigatzen da; maila bakoitzean aukera desberdinak.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recon-ng — zertarako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Domeinu baten gainean moduluak exekutatzeko.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Emaitzak workspace batean ordenatuta gordetzeko.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Bilaketak errepikatu eta esportatzeko.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 i="0">
                <a:solidFill>
                  <a:srgbClr val="1A1A1A"/>
                </a:solidFill>
                <a:latin typeface="Raleway"/>
              </a:rPr>
              <a:t>SpiderFoot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Zer da SpiderFoot?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OSINT bilaketa automatizatzeko tresna (footprint).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Web interfazearen bidez erabiltzen 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Kode irekikoa (fork eguneratua GitHub-en).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SpiderFoot — zertarako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Helburu baten “footprint” osoa automatikoki biltzeko.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Modulu asko batera exekutatzeko.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Emaitzak grafikoan eta txostenetan ikusteko.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Nola erabiliko dugu guk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recon-ng → Kali Linux-en, komando-lerroa.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3347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SpiderFoot → Docker bidez, web interfazea.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Bi tresnak — ideia bera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Iturri publikoetatik informazioa biltzen dute.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API-en bidez kanpoko zerbitzuak lotzen dituzte.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Ezagutze pasiborako lagungarriak dira.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Emaitza adibidea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Helburua: example.com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5915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950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Azpidomeinuak: www, mail, blog…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9856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Korreoak: info@example.com…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5020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IP / DNS loturak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Praktikarako gogorarazpena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Helburu propioak edo baimenduak soilik.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Iturri publikoak eta legezkoak.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API key gabe emaitza gutxi → erregistratu edo beste modulu.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A1A1A"/>
                </a:solidFill>
                <a:latin typeface="Raleway"/>
              </a:rPr>
              <a:t>Entrega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Dokumentua: urratsak + lortutako informazioa.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50592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Pantaila-argazkiak.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80944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0">
                <a:solidFill>
                  <a:srgbClr val="1A1A1A"/>
                </a:solidFill>
                <a:latin typeface="Raleway"/>
              </a:rPr>
              <a:t>- Esportazioak erantsi, aukera badago.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 i="0">
                <a:solidFill>
                  <a:srgbClr val="1A1A1A"/>
                </a:solidFill>
                <a:latin typeface="Raleway"/>
              </a:rPr>
              <a:t>Galderak?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