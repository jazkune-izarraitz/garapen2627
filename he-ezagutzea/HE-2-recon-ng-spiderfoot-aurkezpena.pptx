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8EEF4"/>
                </a:solidFill>
                <a:latin typeface="Calibri"/>
              </a:rPr>
              <a:t>Ezagutzea (Footprinting)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9AABBC"/>
                </a:solidFill>
                <a:latin typeface="Calibri"/>
              </a:rPr>
              <a:t>Tresnak: recon-ng eta SpiderFoot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9AABBC"/>
                </a:solidFill>
                <a:latin typeface="Calibri"/>
              </a:rPr>
              <a:t>Hacking etikoa — Kali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Testuingurua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Ezagutze fasean informazio publikoa biltzen dugu (OSINT).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Lan errepikakorrak automatizatu daitezke.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Gaur: komando-lerroko / web tresna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Zertarako balio dute?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Domeinuei, webguneei, korreoei… buruzko datuak biltzeko.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Beste zerbitzuen API-ak bateratzeko toki bakarrean.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Eskuz orduak hartuko luketen bilaketak errazteko.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Zer informazio lor dezakegu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Azpidomeinuak eta hostak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IP helbideak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Korreo helbideak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DNS / WHOIS / web teknologia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Sare sozialetako arrastoak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API key-ak — garrantzitsua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Emaitza onak lortzeko, askotan API key behar da.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Zerbitzu horietan erregistratu behar gara.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Doako planak egon daitezke; batzuetan ez.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Key gabe: modulu batzuk hutsik edo mugatuta.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API adibideak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Hunter.io — korreo bilaketa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Shodan — Interneteko host/portuak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HackerTarget — azpidomeinuak (maiz key gabe / muga)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GitHub, Virustotal… — beste moduluak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EF4"/>
                </a:solidFill>
                <a:latin typeface="Calibri"/>
              </a:rPr>
              <a:t>recon-ng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9AABBC"/>
                </a:solidFill>
                <a:latin typeface="Calibri"/>
              </a:rPr>
              <a:t>OSINT framework — komando-lerroa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Zer da recon-ng?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Kali-n instalatuta etortzen den tresna.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Moduluetan oinarritutako framework-a.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Emaitzak workspace / datu-basean gordetzen ditu.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Nabigazio kontekstuala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E8EEF4"/>
                </a:solidFill>
                <a:latin typeface="Calibri"/>
              </a:rPr>
              <a:t>Workspaces  →  proiektua / helburua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E8EEF4"/>
                </a:solidFill>
                <a:latin typeface="Calibri"/>
              </a:rPr>
              <a:t>Modules  →  bilaketa-tresna bakoitza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BBC"/>
                </a:solidFill>
                <a:latin typeface="Calibri"/>
              </a:rPr>
              <a:t>Mailaka mugitzen gara; maila bakoitzean aukera desberdinak.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Kali-n abiarazi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10058400" cy="2560320"/>
          </a:xfrm>
          <a:prstGeom prst="roundRect">
            <a:avLst/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509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sudo apt update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sudo apt install recon-ng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recon-ng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Urratsak (klaseko zeregina)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1. Workspace bat sortu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2. Modulu pare bat kargatu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3. Domeinu baten gainean exekutatu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4. Emaitzarik ez → beste domeinu / modulu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Adibide komandoak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241280" cy="4572000"/>
          </a:xfrm>
          <a:prstGeom prst="roundRect">
            <a:avLst/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692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workspaces create nire_helburua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marketplace search hackertarget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marketplace install recon/domains-hosts/hackertarget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modules load recon/domains-hosts/hackertarget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options set SOURCE example.com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run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EF4"/>
                </a:solidFill>
                <a:latin typeface="Consolas"/>
              </a:rPr>
              <a:t>show hosts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API key recon-ng-n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058400" cy="2286000"/>
          </a:xfrm>
          <a:prstGeom prst="roundRect">
            <a:avLst/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keys add hunter_io ZURE_API_KEY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keys add shodan_api ZURE_API_KEY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keys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BBC"/>
                </a:solidFill>
                <a:latin typeface="Calibri"/>
              </a:rPr>
              <a:t>Marketplace-n K zutabeak key behar duten moduluak erakusten ditu.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Emaitza adibidea (hosts)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show hosts ostean, adibidez: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www.example.com → 93.184.216.34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mail.example.com → 93.184.216.55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blog.example.com → 93.184.216.71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Domeinu erreala erabili; emaitzak aldatu egiten dira.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Esportatu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058400" cy="1828800"/>
          </a:xfrm>
          <a:prstGeom prst="roundRect">
            <a:avLst/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show hosts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db export csv hosts.csv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BBC"/>
                </a:solidFill>
                <a:latin typeface="Calibri"/>
              </a:rPr>
              <a:t>Emaitzak fitxategira atera eta txostenarekin batera igo.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EF4"/>
                </a:solidFill>
                <a:latin typeface="Calibri"/>
              </a:rPr>
              <a:t>SpiderFoot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9AABBC"/>
                </a:solidFill>
                <a:latin typeface="Calibri"/>
              </a:rPr>
              <a:t>OSINT automatizatua — web interfazea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Zer da SpiderFoot?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OSINT bilaketa automatikoa (footprint).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2022an Intel 471-ek erosi; kode irekiko fork eguneratua.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Web UI batekin erabiltzen da.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https://github.com/poppopjmp/spiderfoot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Instalazioa: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Klasean Docker erabiliko dugu.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Dokumentazio ofizialaren urratsak jarraitu.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Abiarazi ostean: nabigatzailean web interfazea.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Docker adibidea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058400" cy="2194560"/>
          </a:xfrm>
          <a:prstGeom prst="roundRect">
            <a:avLst/>
          </a:prstGeom>
          <a:solidFill>
            <a:srgbClr val="1A2332"/>
          </a:solidFill>
          <a:ln>
            <a:solidFill>
              <a:srgbClr val="2A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9509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docker pull poppopjmp/spiderfoot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EF4"/>
                </a:solidFill>
                <a:latin typeface="Consolas"/>
              </a:rPr>
              <a:t>docker run -p 5001:5001 poppopjmp/spiderfoot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BBC"/>
                </a:solidFill>
                <a:latin typeface="Calibri"/>
              </a:rPr>
              <a:t>Nabigatzailea: http://127.0.0.1:5001  (irudia dokumentazioan egiaztatu)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Zeregina SpiderFoot-ekin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Footprint eskaneo bat domeinuaren gainean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hunter.io API key konfiguratu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Moduluak ikusi + beste zerbitzu batean erregistratu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Eskaneo bat: hunter.io + aukeratutako modulua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Emaitza adibidea (SpiderFoot)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Helburua: example.com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Email: info@example.com, support@example.com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Azpidomeinuak: www, mail, cdn…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DNS / IP loturak eta web teknologia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Grafikoan nodoak eta loturak ikus daitezke.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Entregatu beharrekoa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Dokumentua: probaren urratsak + lortutako informazioa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Pantaila-argazkiak unean-unean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Esportazioak (CSV / txostenak) erantsi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D9EE5"/>
                </a:solidFill>
                <a:latin typeface="Calibri"/>
              </a:rPr>
              <a:t>Kontuan hartzekoa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Iturri publikoak eta legezkoak soilik.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Helburu propioak edo baimendutako domeinuak.</a:t>
            </a:r>
          </a:p>
          <a:p>
            <a:pPr>
              <a:spcAft>
                <a:spcPts val="1400"/>
              </a:spcAft>
              <a:defRPr sz="2600">
                <a:solidFill>
                  <a:srgbClr val="E8EEF4"/>
                </a:solidFill>
                <a:latin typeface="Calibri"/>
              </a:defRPr>
            </a:pPr>
            <a:r>
              <a:t>API key-ak sekretuak dira: ez partekatu txostenean.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EF4"/>
                </a:solidFill>
                <a:latin typeface="Calibri"/>
              </a:rPr>
              <a:t>Galderak?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9AABBC"/>
                </a:solidFill>
                <a:latin typeface="Calibri"/>
              </a:rPr>
              <a:t>Hurrengoa: praktikak Kali-n (recon-ng) eta Docker-en (SpiderFoot)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