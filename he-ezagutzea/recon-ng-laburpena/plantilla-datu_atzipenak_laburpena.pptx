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Direktorio Edukia – Zerrendatu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42843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Direktorioaren</a:t>
            </a:r>
            <a:r>
              <a:rPr dirty="0"/>
              <a:t> </a:t>
            </a:r>
            <a:r>
              <a:rPr dirty="0" err="1"/>
              <a:t>bidea</a:t>
            </a:r>
            <a:r>
              <a:rPr dirty="0"/>
              <a:t> </a:t>
            </a:r>
            <a:r>
              <a:rPr dirty="0" err="1"/>
              <a:t>jaso</a:t>
            </a:r>
            <a:endParaRPr dirty="0"/>
          </a:p>
          <a:p>
            <a:pPr>
              <a:defRPr sz="1400"/>
            </a:pPr>
            <a:r>
              <a:rPr dirty="0"/>
              <a:t>• File </a:t>
            </a:r>
            <a:r>
              <a:rPr dirty="0" err="1"/>
              <a:t>objektua</a:t>
            </a:r>
            <a:r>
              <a:rPr dirty="0"/>
              <a:t> </a:t>
            </a:r>
            <a:r>
              <a:rPr dirty="0" err="1"/>
              <a:t>sortu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Egiaztatu</a:t>
            </a:r>
            <a:r>
              <a:rPr dirty="0"/>
              <a:t> </a:t>
            </a:r>
            <a:r>
              <a:rPr dirty="0" err="1"/>
              <a:t>direktorioa</a:t>
            </a:r>
            <a:r>
              <a:rPr dirty="0"/>
              <a:t> den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listFiles</a:t>
            </a:r>
            <a:r>
              <a:rPr dirty="0"/>
              <a:t>() </a:t>
            </a:r>
            <a:r>
              <a:rPr dirty="0" err="1"/>
              <a:t>deitu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Emaitzak</a:t>
            </a:r>
            <a:r>
              <a:rPr dirty="0"/>
              <a:t> </a:t>
            </a:r>
            <a:r>
              <a:rPr dirty="0" err="1"/>
              <a:t>pantailaratu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873346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honek</a:t>
            </a:r>
            <a:r>
              <a:rPr dirty="0"/>
              <a:t> </a:t>
            </a:r>
            <a:r>
              <a:rPr dirty="0" err="1"/>
              <a:t>direktorio</a:t>
            </a:r>
            <a:r>
              <a:rPr dirty="0"/>
              <a:t> </a:t>
            </a:r>
            <a:r>
              <a:rPr dirty="0" err="1"/>
              <a:t>baten</a:t>
            </a:r>
            <a:r>
              <a:rPr dirty="0"/>
              <a:t> </a:t>
            </a:r>
            <a:r>
              <a:rPr dirty="0" err="1"/>
              <a:t>barruko</a:t>
            </a:r>
            <a:r>
              <a:rPr dirty="0"/>
              <a:t> </a:t>
            </a:r>
            <a:r>
              <a:rPr dirty="0" err="1"/>
              <a:t>fitxategi</a:t>
            </a:r>
            <a:r>
              <a:rPr dirty="0"/>
              <a:t> eta </a:t>
            </a:r>
            <a:r>
              <a:rPr dirty="0" err="1"/>
              <a:t>karpetak</a:t>
            </a:r>
            <a:r>
              <a:rPr dirty="0"/>
              <a:t> </a:t>
            </a:r>
            <a:r>
              <a:rPr dirty="0" err="1"/>
              <a:t>erakusten</a:t>
            </a:r>
            <a:r>
              <a:rPr dirty="0"/>
              <a:t> </a:t>
            </a:r>
            <a:r>
              <a:rPr dirty="0" err="1"/>
              <a:t>ditu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import java.io.File;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public class ZerrendatuDirektorioa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public static void main(String[] args)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String path = args.length &gt; 0 ? args[0] : "C:\\windows";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File dir = new File(path);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if (!dir.isDirectory())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System.out.println("Ez da direktorio baliozkoa!");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return;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File[] files = dir.listFiles();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for (File f : files)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System.out.println((f.isDirectory() ? "[DIR] " : "[FILE] ") + f.getName());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Testu Irakurketa – Lerroz Lerro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6856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FileReader</a:t>
            </a:r>
            <a:r>
              <a:rPr dirty="0"/>
              <a:t> </a:t>
            </a:r>
            <a:r>
              <a:rPr dirty="0" err="1"/>
              <a:t>ireki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BufferedReader</a:t>
            </a:r>
            <a:r>
              <a:rPr dirty="0"/>
              <a:t> </a:t>
            </a:r>
            <a:r>
              <a:rPr dirty="0" err="1"/>
              <a:t>sortu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readLine</a:t>
            </a:r>
            <a:r>
              <a:rPr dirty="0"/>
              <a:t>() </a:t>
            </a:r>
            <a:r>
              <a:rPr dirty="0" err="1"/>
              <a:t>bidez</a:t>
            </a:r>
            <a:r>
              <a:rPr dirty="0"/>
              <a:t> </a:t>
            </a:r>
            <a:r>
              <a:rPr dirty="0" err="1"/>
              <a:t>irakurri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Pantailaratu</a:t>
            </a:r>
            <a:r>
              <a:rPr dirty="0"/>
              <a:t> </a:t>
            </a:r>
            <a:r>
              <a:rPr dirty="0" err="1"/>
              <a:t>lerro</a:t>
            </a:r>
            <a:r>
              <a:rPr dirty="0"/>
              <a:t> </a:t>
            </a:r>
            <a:r>
              <a:rPr dirty="0" err="1"/>
              <a:t>bakoitza</a:t>
            </a:r>
            <a:endParaRPr dirty="0"/>
          </a:p>
          <a:p>
            <a:pPr>
              <a:defRPr sz="1400"/>
            </a:pPr>
            <a:r>
              <a:rPr dirty="0"/>
              <a:t>• Stream-</a:t>
            </a:r>
            <a:r>
              <a:rPr dirty="0" err="1"/>
              <a:t>ak</a:t>
            </a:r>
            <a:r>
              <a:rPr dirty="0"/>
              <a:t> </a:t>
            </a:r>
            <a:r>
              <a:rPr dirty="0" err="1"/>
              <a:t>itxi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70539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 err="1"/>
              <a:t>BufferedReader</a:t>
            </a:r>
            <a:r>
              <a:rPr dirty="0"/>
              <a:t> </a:t>
            </a:r>
            <a:r>
              <a:rPr dirty="0" err="1"/>
              <a:t>erabiliz</a:t>
            </a:r>
            <a:r>
              <a:rPr dirty="0"/>
              <a:t> </a:t>
            </a:r>
            <a:r>
              <a:rPr dirty="0" err="1"/>
              <a:t>testu-fitxategi</a:t>
            </a:r>
            <a:r>
              <a:rPr dirty="0"/>
              <a:t> bat </a:t>
            </a:r>
            <a:r>
              <a:rPr dirty="0" err="1"/>
              <a:t>osorik</a:t>
            </a:r>
            <a:r>
              <a:rPr dirty="0"/>
              <a:t> </a:t>
            </a:r>
            <a:r>
              <a:rPr dirty="0" err="1"/>
              <a:t>lerroz</a:t>
            </a:r>
            <a:r>
              <a:rPr dirty="0"/>
              <a:t> </a:t>
            </a:r>
            <a:r>
              <a:rPr dirty="0" err="1"/>
              <a:t>lerro</a:t>
            </a:r>
            <a:r>
              <a:rPr dirty="0"/>
              <a:t> </a:t>
            </a:r>
            <a:r>
              <a:rPr dirty="0" err="1"/>
              <a:t>irakurtzen</a:t>
            </a:r>
            <a:r>
              <a:rPr dirty="0"/>
              <a:t>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import java.io.*;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public class </a:t>
            </a:r>
            <a:r>
              <a:rPr dirty="0" err="1"/>
              <a:t>IrakurriTestua</a:t>
            </a:r>
            <a:r>
              <a:rPr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BufferedReader</a:t>
            </a:r>
            <a:r>
              <a:rPr dirty="0"/>
              <a:t> </a:t>
            </a:r>
            <a:r>
              <a:rPr dirty="0" err="1"/>
              <a:t>br</a:t>
            </a:r>
            <a:r>
              <a:rPr dirty="0"/>
              <a:t> = new </a:t>
            </a:r>
            <a:r>
              <a:rPr dirty="0" err="1"/>
              <a:t>BufferedReader</a:t>
            </a:r>
            <a:r>
              <a:rPr dirty="0"/>
              <a:t>(new </a:t>
            </a:r>
            <a:r>
              <a:rPr dirty="0" err="1"/>
              <a:t>FileReader</a:t>
            </a:r>
            <a:r>
              <a:rPr dirty="0"/>
              <a:t>(</a:t>
            </a:r>
            <a:r>
              <a:rPr dirty="0" err="1"/>
              <a:t>args</a:t>
            </a:r>
            <a:r>
              <a:rPr dirty="0"/>
              <a:t>[0]));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String </a:t>
            </a:r>
            <a:r>
              <a:rPr dirty="0" err="1"/>
              <a:t>lerroa</a:t>
            </a:r>
            <a:r>
              <a:rPr dirty="0"/>
              <a:t>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while ((</a:t>
            </a:r>
            <a:r>
              <a:rPr dirty="0" err="1"/>
              <a:t>lerroa</a:t>
            </a:r>
            <a:r>
              <a:rPr dirty="0"/>
              <a:t> = </a:t>
            </a:r>
            <a:r>
              <a:rPr dirty="0" err="1"/>
              <a:t>br.readLine</a:t>
            </a:r>
            <a:r>
              <a:rPr dirty="0"/>
              <a:t>()) != null)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 err="1"/>
              <a:t>lerroa</a:t>
            </a:r>
            <a:r>
              <a:rPr dirty="0"/>
              <a:t>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br.close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System.out.println</a:t>
            </a:r>
            <a:r>
              <a:rPr dirty="0"/>
              <a:t>("</a:t>
            </a:r>
            <a:r>
              <a:rPr dirty="0" err="1"/>
              <a:t>Errorea</a:t>
            </a:r>
            <a:r>
              <a:rPr dirty="0"/>
              <a:t>: " + </a:t>
            </a:r>
            <a:r>
              <a:rPr dirty="0" err="1"/>
              <a:t>e.getMessage</a:t>
            </a:r>
            <a:r>
              <a:rPr dirty="0"/>
              <a:t>());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Testua + Hitzak Irakurtzea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480" y="1219972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Lerroa</a:t>
            </a:r>
            <a:r>
              <a:rPr dirty="0"/>
              <a:t> </a:t>
            </a:r>
            <a:r>
              <a:rPr dirty="0" err="1"/>
              <a:t>irakurri</a:t>
            </a:r>
            <a:endParaRPr dirty="0"/>
          </a:p>
          <a:p>
            <a:pPr>
              <a:defRPr sz="1400"/>
            </a:pPr>
            <a:r>
              <a:rPr dirty="0"/>
              <a:t>• split() </a:t>
            </a:r>
            <a:r>
              <a:rPr dirty="0" err="1"/>
              <a:t>erabiliz</a:t>
            </a:r>
            <a:r>
              <a:rPr dirty="0"/>
              <a:t> </a:t>
            </a:r>
            <a:r>
              <a:rPr dirty="0" err="1"/>
              <a:t>hitzak</a:t>
            </a:r>
            <a:r>
              <a:rPr dirty="0"/>
              <a:t> </a:t>
            </a:r>
            <a:r>
              <a:rPr dirty="0" err="1"/>
              <a:t>banatu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Hitzak</a:t>
            </a:r>
            <a:r>
              <a:rPr dirty="0"/>
              <a:t> </a:t>
            </a:r>
            <a:r>
              <a:rPr dirty="0" err="1"/>
              <a:t>pantailaratu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Zenbat</a:t>
            </a:r>
            <a:r>
              <a:rPr dirty="0"/>
              <a:t> </a:t>
            </a:r>
            <a:r>
              <a:rPr dirty="0" err="1"/>
              <a:t>hitz</a:t>
            </a:r>
            <a:r>
              <a:rPr dirty="0"/>
              <a:t> </a:t>
            </a:r>
            <a:r>
              <a:rPr dirty="0" err="1"/>
              <a:t>dauden</a:t>
            </a:r>
            <a:r>
              <a:rPr dirty="0"/>
              <a:t> </a:t>
            </a:r>
            <a:r>
              <a:rPr dirty="0" err="1"/>
              <a:t>kontrolatu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85421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 err="1"/>
              <a:t>Lerro</a:t>
            </a:r>
            <a:r>
              <a:rPr dirty="0"/>
              <a:t> </a:t>
            </a:r>
            <a:r>
              <a:rPr dirty="0" err="1"/>
              <a:t>bakoitza</a:t>
            </a:r>
            <a:r>
              <a:rPr dirty="0"/>
              <a:t> </a:t>
            </a:r>
            <a:r>
              <a:rPr dirty="0" err="1"/>
              <a:t>irakurri</a:t>
            </a:r>
            <a:r>
              <a:rPr dirty="0"/>
              <a:t> </a:t>
            </a:r>
            <a:r>
              <a:rPr dirty="0" err="1"/>
              <a:t>ondoren</a:t>
            </a:r>
            <a:r>
              <a:rPr dirty="0"/>
              <a:t>, </a:t>
            </a:r>
            <a:r>
              <a:rPr dirty="0" err="1"/>
              <a:t>testua</a:t>
            </a:r>
            <a:r>
              <a:rPr dirty="0"/>
              <a:t> </a:t>
            </a:r>
            <a:r>
              <a:rPr dirty="0" err="1"/>
              <a:t>hitzetan</a:t>
            </a:r>
            <a:r>
              <a:rPr dirty="0"/>
              <a:t> </a:t>
            </a:r>
            <a:r>
              <a:rPr dirty="0" err="1"/>
              <a:t>zatitzen</a:t>
            </a:r>
            <a:r>
              <a:rPr dirty="0"/>
              <a:t> da eta </a:t>
            </a:r>
            <a:r>
              <a:rPr dirty="0" err="1"/>
              <a:t>hitzak</a:t>
            </a:r>
            <a:r>
              <a:rPr dirty="0"/>
              <a:t> </a:t>
            </a:r>
            <a:r>
              <a:rPr dirty="0" err="1"/>
              <a:t>banaka</a:t>
            </a:r>
            <a:r>
              <a:rPr dirty="0"/>
              <a:t> </a:t>
            </a:r>
            <a:r>
              <a:rPr dirty="0" err="1"/>
              <a:t>bistaratzen</a:t>
            </a:r>
            <a:r>
              <a:rPr dirty="0"/>
              <a:t> </a:t>
            </a:r>
            <a:r>
              <a:rPr dirty="0" err="1"/>
              <a:t>dira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57688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import java.io.*;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public class </a:t>
            </a:r>
            <a:r>
              <a:rPr dirty="0" err="1"/>
              <a:t>IrakurriHitzak</a:t>
            </a:r>
            <a:r>
              <a:rPr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BufferedReader</a:t>
            </a:r>
            <a:r>
              <a:rPr dirty="0"/>
              <a:t> </a:t>
            </a:r>
            <a:r>
              <a:rPr dirty="0" err="1"/>
              <a:t>br</a:t>
            </a:r>
            <a:r>
              <a:rPr dirty="0"/>
              <a:t> = new </a:t>
            </a:r>
            <a:r>
              <a:rPr dirty="0" err="1"/>
              <a:t>BufferedReader</a:t>
            </a:r>
            <a:r>
              <a:rPr dirty="0"/>
              <a:t>(new </a:t>
            </a:r>
            <a:r>
              <a:rPr dirty="0" err="1"/>
              <a:t>FileReader</a:t>
            </a:r>
            <a:r>
              <a:rPr dirty="0"/>
              <a:t>(</a:t>
            </a:r>
            <a:r>
              <a:rPr dirty="0" err="1"/>
              <a:t>args</a:t>
            </a:r>
            <a:r>
              <a:rPr dirty="0"/>
              <a:t>[0]));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String </a:t>
            </a:r>
            <a:r>
              <a:rPr dirty="0" err="1"/>
              <a:t>lerroa</a:t>
            </a:r>
            <a:r>
              <a:rPr dirty="0"/>
              <a:t>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int</a:t>
            </a:r>
            <a:r>
              <a:rPr dirty="0"/>
              <a:t> </a:t>
            </a:r>
            <a:r>
              <a:rPr dirty="0" err="1"/>
              <a:t>lerroZenb</a:t>
            </a:r>
            <a:r>
              <a:rPr dirty="0"/>
              <a:t> = 1;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while ((</a:t>
            </a:r>
            <a:r>
              <a:rPr dirty="0" err="1"/>
              <a:t>lerroa</a:t>
            </a:r>
            <a:r>
              <a:rPr dirty="0"/>
              <a:t> = </a:t>
            </a:r>
            <a:r>
              <a:rPr dirty="0" err="1"/>
              <a:t>br.readLine</a:t>
            </a:r>
            <a:r>
              <a:rPr dirty="0"/>
              <a:t>()) != null)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</a:t>
            </a:r>
            <a:r>
              <a:rPr dirty="0" err="1"/>
              <a:t>System.out.println</a:t>
            </a:r>
            <a:r>
              <a:rPr dirty="0"/>
              <a:t>("</a:t>
            </a:r>
            <a:r>
              <a:rPr dirty="0" err="1"/>
              <a:t>Lerroa</a:t>
            </a:r>
            <a:r>
              <a:rPr dirty="0"/>
              <a:t> " + </a:t>
            </a:r>
            <a:r>
              <a:rPr dirty="0" err="1"/>
              <a:t>lerroZenb</a:t>
            </a:r>
            <a:r>
              <a:rPr dirty="0"/>
              <a:t> + ": " + </a:t>
            </a:r>
            <a:r>
              <a:rPr dirty="0" err="1"/>
              <a:t>lerroa</a:t>
            </a:r>
            <a:r>
              <a:rPr dirty="0"/>
              <a:t>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String[] </a:t>
            </a:r>
            <a:r>
              <a:rPr dirty="0" err="1"/>
              <a:t>hitzak</a:t>
            </a:r>
            <a:r>
              <a:rPr dirty="0"/>
              <a:t> = </a:t>
            </a:r>
            <a:r>
              <a:rPr dirty="0" err="1"/>
              <a:t>lerroa.split</a:t>
            </a:r>
            <a:r>
              <a:rPr dirty="0"/>
              <a:t>("\\s+");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for (String h : </a:t>
            </a:r>
            <a:r>
              <a:rPr dirty="0" err="1"/>
              <a:t>hitzak</a:t>
            </a:r>
            <a:r>
              <a:rPr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    </a:t>
            </a:r>
            <a:r>
              <a:rPr dirty="0" err="1"/>
              <a:t>System.out.println</a:t>
            </a:r>
            <a:r>
              <a:rPr dirty="0"/>
              <a:t>(" - " + h);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</a:t>
            </a:r>
            <a:r>
              <a:rPr dirty="0" err="1"/>
              <a:t>lerroZenb</a:t>
            </a:r>
            <a:r>
              <a:rPr dirty="0"/>
              <a:t>++;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br.close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System.out.println</a:t>
            </a:r>
            <a:r>
              <a:rPr dirty="0"/>
              <a:t>("</a:t>
            </a:r>
            <a:r>
              <a:rPr dirty="0" err="1"/>
              <a:t>Errorea</a:t>
            </a:r>
            <a:r>
              <a:rPr dirty="0"/>
              <a:t>: " + </a:t>
            </a:r>
            <a:r>
              <a:rPr dirty="0" err="1"/>
              <a:t>e.getMessage</a:t>
            </a:r>
            <a:r>
              <a:rPr dirty="0"/>
              <a:t>());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JDBC Konexioa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" y="138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Driver </a:t>
            </a:r>
            <a:r>
              <a:rPr dirty="0" err="1"/>
              <a:t>kargatu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DriverManager.getConnection</a:t>
            </a:r>
            <a:r>
              <a:rPr dirty="0"/>
              <a:t>()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Konexioa</a:t>
            </a:r>
            <a:r>
              <a:rPr dirty="0"/>
              <a:t> </a:t>
            </a:r>
            <a:r>
              <a:rPr dirty="0" err="1"/>
              <a:t>egiaztatu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Konexioa</a:t>
            </a:r>
            <a:r>
              <a:rPr dirty="0"/>
              <a:t> </a:t>
            </a:r>
            <a:r>
              <a:rPr dirty="0" err="1"/>
              <a:t>itxi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25120" y="782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/>
              <a:t>JDBC </a:t>
            </a:r>
            <a:r>
              <a:rPr dirty="0" err="1"/>
              <a:t>erabiliz</a:t>
            </a:r>
            <a:r>
              <a:rPr dirty="0"/>
              <a:t> </a:t>
            </a:r>
            <a:r>
              <a:rPr dirty="0" err="1"/>
              <a:t>datu</a:t>
            </a:r>
            <a:r>
              <a:rPr dirty="0"/>
              <a:t>-base </a:t>
            </a:r>
            <a:r>
              <a:rPr dirty="0" err="1"/>
              <a:t>batera</a:t>
            </a:r>
            <a:r>
              <a:rPr dirty="0"/>
              <a:t> </a:t>
            </a:r>
            <a:r>
              <a:rPr dirty="0" err="1"/>
              <a:t>konektatzeko</a:t>
            </a:r>
            <a:r>
              <a:rPr dirty="0"/>
              <a:t> </a:t>
            </a:r>
            <a:r>
              <a:rPr dirty="0" err="1"/>
              <a:t>oinarrizko</a:t>
            </a:r>
            <a:r>
              <a:rPr dirty="0"/>
              <a:t> </a:t>
            </a:r>
            <a:r>
              <a:rPr dirty="0" err="1"/>
              <a:t>eredua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import java.sql.*;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public class JDBCKonexioa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public static void main(String[] args)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String url = "jdbc:mysql://localhost:3306/demodb";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String user = "root";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String pass = "root";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Class.forName("com.mysql.cj.jdbc.Driver");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Connection conn = DriverManager.getConnection(url, user, pass);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System.out.println("Konexioa ondo egin da!");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conn.close();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    System.out.println("Errorea: " + e.getMessage());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SELECT – PreparedStatement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5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SQL </a:t>
            </a:r>
            <a:r>
              <a:rPr dirty="0" err="1"/>
              <a:t>prestatua</a:t>
            </a:r>
            <a:r>
              <a:rPr dirty="0"/>
              <a:t> </a:t>
            </a:r>
            <a:r>
              <a:rPr dirty="0" err="1"/>
              <a:t>idatzi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Parametroak</a:t>
            </a:r>
            <a:r>
              <a:rPr dirty="0"/>
              <a:t> (?) </a:t>
            </a:r>
            <a:r>
              <a:rPr dirty="0" err="1"/>
              <a:t>ezarri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executeQuery</a:t>
            </a:r>
            <a:r>
              <a:rPr dirty="0"/>
              <a:t>()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ResultSet</a:t>
            </a:r>
            <a:r>
              <a:rPr dirty="0"/>
              <a:t> </a:t>
            </a:r>
            <a:r>
              <a:rPr dirty="0" err="1"/>
              <a:t>iteratu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4480" y="645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 err="1"/>
              <a:t>PreparedStatement</a:t>
            </a:r>
            <a:r>
              <a:rPr dirty="0"/>
              <a:t> </a:t>
            </a:r>
            <a:r>
              <a:rPr dirty="0" err="1"/>
              <a:t>seguruagoa</a:t>
            </a:r>
            <a:r>
              <a:rPr dirty="0"/>
              <a:t> da, SQL injection </a:t>
            </a:r>
            <a:r>
              <a:rPr dirty="0" err="1"/>
              <a:t>saihesten</a:t>
            </a:r>
            <a:r>
              <a:rPr dirty="0"/>
              <a:t> </a:t>
            </a:r>
            <a:r>
              <a:rPr dirty="0" err="1"/>
              <a:t>duelako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74240"/>
            <a:ext cx="8229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import </a:t>
            </a:r>
            <a:r>
              <a:rPr sz="1100" dirty="0" err="1"/>
              <a:t>java.sql</a:t>
            </a:r>
            <a:r>
              <a:rPr sz="1100" dirty="0"/>
              <a:t>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public class </a:t>
            </a:r>
            <a:r>
              <a:rPr sz="1100" dirty="0" err="1"/>
              <a:t>SelectPrepared</a:t>
            </a:r>
            <a:r>
              <a:rPr sz="1100"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public static void main(String[] </a:t>
            </a:r>
            <a:r>
              <a:rPr sz="1100" dirty="0" err="1"/>
              <a:t>args</a:t>
            </a:r>
            <a:r>
              <a:rPr sz="1100"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Class.forName</a:t>
            </a:r>
            <a:r>
              <a:rPr sz="1100" dirty="0"/>
              <a:t>("</a:t>
            </a:r>
            <a:r>
              <a:rPr sz="1100" dirty="0" err="1"/>
              <a:t>com.mysql.cj.jdbc.Driver</a:t>
            </a:r>
            <a:r>
              <a:rPr sz="1100"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Connection conn = </a:t>
            </a:r>
            <a:r>
              <a:rPr sz="1100" dirty="0" err="1"/>
              <a:t>DriverManager.getConnection</a:t>
            </a:r>
            <a:r>
              <a:rPr sz="1100" dirty="0"/>
              <a:t>(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    "</a:t>
            </a:r>
            <a:r>
              <a:rPr sz="1100" dirty="0" err="1"/>
              <a:t>jdbc:mysql</a:t>
            </a:r>
            <a:r>
              <a:rPr sz="1100" dirty="0"/>
              <a:t>://localhost:3306/</a:t>
            </a:r>
            <a:r>
              <a:rPr sz="1100" dirty="0" err="1"/>
              <a:t>demodb</a:t>
            </a:r>
            <a:r>
              <a:rPr sz="1100" dirty="0"/>
              <a:t>", "root", "root");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String </a:t>
            </a:r>
            <a:r>
              <a:rPr sz="1100" dirty="0" err="1"/>
              <a:t>sql</a:t>
            </a:r>
            <a:r>
              <a:rPr sz="1100" dirty="0"/>
              <a:t> = "SELECT Name FROM demo WHERE </a:t>
            </a:r>
            <a:r>
              <a:rPr sz="1100" dirty="0" err="1"/>
              <a:t>demoName</a:t>
            </a:r>
            <a:r>
              <a:rPr sz="1100" dirty="0"/>
              <a:t>=?";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PreparedStatement</a:t>
            </a:r>
            <a:r>
              <a:rPr sz="1100" dirty="0"/>
              <a:t> </a:t>
            </a:r>
            <a:r>
              <a:rPr sz="1100" dirty="0" err="1"/>
              <a:t>pst</a:t>
            </a:r>
            <a:r>
              <a:rPr sz="1100" dirty="0"/>
              <a:t> = </a:t>
            </a:r>
            <a:r>
              <a:rPr sz="1100" dirty="0" err="1"/>
              <a:t>conn.prepareStatement</a:t>
            </a:r>
            <a:r>
              <a:rPr sz="1100" dirty="0"/>
              <a:t>(</a:t>
            </a:r>
            <a:r>
              <a:rPr sz="1100" dirty="0" err="1"/>
              <a:t>sql</a:t>
            </a:r>
            <a:r>
              <a:rPr sz="1100" dirty="0"/>
              <a:t>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pst.setString</a:t>
            </a:r>
            <a:r>
              <a:rPr sz="1100" dirty="0"/>
              <a:t>(1, "Europa");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ResultSet</a:t>
            </a:r>
            <a:r>
              <a:rPr sz="1100" dirty="0"/>
              <a:t> </a:t>
            </a:r>
            <a:r>
              <a:rPr sz="1100" dirty="0" err="1"/>
              <a:t>rs</a:t>
            </a:r>
            <a:r>
              <a:rPr sz="1100" dirty="0"/>
              <a:t> = </a:t>
            </a:r>
            <a:r>
              <a:rPr sz="1100" dirty="0" err="1"/>
              <a:t>pst.executeQuery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while (</a:t>
            </a:r>
            <a:r>
              <a:rPr sz="1100" dirty="0" err="1"/>
              <a:t>rs.next</a:t>
            </a:r>
            <a:r>
              <a:rPr sz="1100" dirty="0"/>
              <a:t>())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    </a:t>
            </a:r>
            <a:r>
              <a:rPr sz="1100" dirty="0" err="1"/>
              <a:t>System.out.println</a:t>
            </a:r>
            <a:r>
              <a:rPr sz="1100" dirty="0"/>
              <a:t>(</a:t>
            </a:r>
            <a:r>
              <a:rPr sz="1100" dirty="0" err="1"/>
              <a:t>rs.getString</a:t>
            </a:r>
            <a:r>
              <a:rPr sz="1100" dirty="0"/>
              <a:t>("Name"));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rs.close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pst.close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conn.close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e.printStackTrace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UPDATE – PreparedStatement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8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SQL </a:t>
            </a:r>
            <a:r>
              <a:rPr dirty="0" err="1"/>
              <a:t>prestatua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Parametroak</a:t>
            </a:r>
            <a:r>
              <a:rPr dirty="0"/>
              <a:t> </a:t>
            </a:r>
            <a:r>
              <a:rPr dirty="0" err="1"/>
              <a:t>ezarri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executeUpdate</a:t>
            </a:r>
            <a:r>
              <a:rPr dirty="0"/>
              <a:t>()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Emaitza-balorea</a:t>
            </a:r>
            <a:r>
              <a:rPr dirty="0"/>
              <a:t> </a:t>
            </a:r>
            <a:r>
              <a:rPr dirty="0" err="1"/>
              <a:t>jaso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/>
              <a:t>UPDATE </a:t>
            </a:r>
            <a:r>
              <a:rPr dirty="0" err="1"/>
              <a:t>kontsultak</a:t>
            </a:r>
            <a:r>
              <a:rPr dirty="0"/>
              <a:t> </a:t>
            </a:r>
            <a:r>
              <a:rPr dirty="0" err="1"/>
              <a:t>datu-baseko</a:t>
            </a:r>
            <a:r>
              <a:rPr dirty="0"/>
              <a:t> </a:t>
            </a:r>
            <a:r>
              <a:rPr dirty="0" err="1"/>
              <a:t>erregistroak</a:t>
            </a:r>
            <a:r>
              <a:rPr dirty="0"/>
              <a:t> </a:t>
            </a:r>
            <a:r>
              <a:rPr dirty="0" err="1"/>
              <a:t>aldatzen</a:t>
            </a:r>
            <a:r>
              <a:rPr dirty="0"/>
              <a:t> </a:t>
            </a:r>
            <a:r>
              <a:rPr dirty="0" err="1"/>
              <a:t>ditu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40000"/>
            <a:ext cx="8229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import </a:t>
            </a:r>
            <a:r>
              <a:rPr sz="1100" dirty="0" err="1"/>
              <a:t>java.sql</a:t>
            </a:r>
            <a:r>
              <a:rPr sz="1100" dirty="0"/>
              <a:t>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public class </a:t>
            </a:r>
            <a:r>
              <a:rPr sz="1100" dirty="0" err="1"/>
              <a:t>UpdateDemo</a:t>
            </a:r>
            <a:r>
              <a:rPr sz="1100"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public static void main(String[] </a:t>
            </a:r>
            <a:r>
              <a:rPr sz="1100" dirty="0" err="1"/>
              <a:t>args</a:t>
            </a:r>
            <a:r>
              <a:rPr sz="1100"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Class.forName</a:t>
            </a:r>
            <a:r>
              <a:rPr sz="1100" dirty="0"/>
              <a:t>("</a:t>
            </a:r>
            <a:r>
              <a:rPr sz="1100" dirty="0" err="1"/>
              <a:t>com.mysql.cj.jdbc.Driver</a:t>
            </a:r>
            <a:r>
              <a:rPr sz="1100"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Connection conn = </a:t>
            </a:r>
            <a:r>
              <a:rPr sz="1100" dirty="0" err="1"/>
              <a:t>DriverManager.getConnection</a:t>
            </a:r>
            <a:r>
              <a:rPr sz="1100" dirty="0"/>
              <a:t>(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    "</a:t>
            </a:r>
            <a:r>
              <a:rPr sz="1100" dirty="0" err="1"/>
              <a:t>jdbc:mysql</a:t>
            </a:r>
            <a:r>
              <a:rPr sz="1100" dirty="0"/>
              <a:t>://localhost:3306/</a:t>
            </a:r>
            <a:r>
              <a:rPr sz="1100" dirty="0" err="1"/>
              <a:t>demodb</a:t>
            </a:r>
            <a:r>
              <a:rPr sz="1100" dirty="0"/>
              <a:t>", "root", "root");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String </a:t>
            </a:r>
            <a:r>
              <a:rPr sz="1100" dirty="0" err="1"/>
              <a:t>sql</a:t>
            </a:r>
            <a:r>
              <a:rPr sz="1100" dirty="0"/>
              <a:t> = "UPDATE demo SET </a:t>
            </a:r>
            <a:r>
              <a:rPr sz="1100" dirty="0" err="1"/>
              <a:t>demoName</a:t>
            </a:r>
            <a:r>
              <a:rPr sz="1100" dirty="0"/>
              <a:t>=? WHERE city=?";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PreparedStatement</a:t>
            </a:r>
            <a:r>
              <a:rPr sz="1100" dirty="0"/>
              <a:t> </a:t>
            </a:r>
            <a:r>
              <a:rPr sz="1100" dirty="0" err="1"/>
              <a:t>pst</a:t>
            </a:r>
            <a:r>
              <a:rPr sz="1100" dirty="0"/>
              <a:t> = </a:t>
            </a:r>
            <a:r>
              <a:rPr sz="1100" dirty="0" err="1"/>
              <a:t>conn.prepareStatement</a:t>
            </a:r>
            <a:r>
              <a:rPr sz="1100" dirty="0"/>
              <a:t>(</a:t>
            </a:r>
            <a:r>
              <a:rPr sz="1100" dirty="0" err="1"/>
              <a:t>sql</a:t>
            </a:r>
            <a:r>
              <a:rPr sz="1100" dirty="0"/>
              <a:t>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pst.setString</a:t>
            </a:r>
            <a:r>
              <a:rPr sz="1100" dirty="0"/>
              <a:t>(1, "</a:t>
            </a:r>
            <a:r>
              <a:rPr sz="1100" dirty="0" err="1"/>
              <a:t>Frantzia</a:t>
            </a:r>
            <a:r>
              <a:rPr sz="1100"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pst.setString</a:t>
            </a:r>
            <a:r>
              <a:rPr sz="1100" dirty="0"/>
              <a:t>(2, "Paris");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int</a:t>
            </a:r>
            <a:r>
              <a:rPr sz="1100" dirty="0"/>
              <a:t> rows = </a:t>
            </a:r>
            <a:r>
              <a:rPr sz="1100" dirty="0" err="1"/>
              <a:t>pst.executeUpdate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System.out.println</a:t>
            </a:r>
            <a:r>
              <a:rPr sz="1100" dirty="0"/>
              <a:t>(rows + " </a:t>
            </a:r>
            <a:r>
              <a:rPr sz="1100" dirty="0" err="1"/>
              <a:t>lerro</a:t>
            </a:r>
            <a:r>
              <a:rPr sz="1100" dirty="0"/>
              <a:t> </a:t>
            </a:r>
            <a:r>
              <a:rPr sz="1100" dirty="0" err="1"/>
              <a:t>aldatu</a:t>
            </a:r>
            <a:r>
              <a:rPr sz="1100" dirty="0"/>
              <a:t> </a:t>
            </a:r>
            <a:r>
              <a:rPr sz="1100" dirty="0" err="1"/>
              <a:t>dira</a:t>
            </a:r>
            <a:r>
              <a:rPr sz="1100" dirty="0"/>
              <a:t>.");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11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pst.close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conn.close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    </a:t>
            </a:r>
            <a:r>
              <a:rPr sz="1100" dirty="0" err="1"/>
              <a:t>e.printStackTrace</a:t>
            </a:r>
            <a:r>
              <a:rPr sz="11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11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INSERT – PreparedStatement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70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INSERT SQL </a:t>
            </a:r>
            <a:r>
              <a:rPr dirty="0" err="1"/>
              <a:t>prestatu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Balioak</a:t>
            </a:r>
            <a:r>
              <a:rPr dirty="0"/>
              <a:t> ? </a:t>
            </a:r>
            <a:r>
              <a:rPr dirty="0" err="1"/>
              <a:t>bidez</a:t>
            </a:r>
            <a:r>
              <a:rPr dirty="0"/>
              <a:t> </a:t>
            </a:r>
            <a:r>
              <a:rPr dirty="0" err="1"/>
              <a:t>ezarri</a:t>
            </a:r>
            <a:endParaRPr dirty="0"/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executeUpdate</a:t>
            </a:r>
            <a:r>
              <a:rPr dirty="0"/>
              <a:t>()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Konexioa</a:t>
            </a:r>
            <a:r>
              <a:rPr dirty="0"/>
              <a:t> </a:t>
            </a:r>
            <a:r>
              <a:rPr dirty="0" err="1"/>
              <a:t>itxi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812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/>
              <a:t>INSERT </a:t>
            </a:r>
            <a:r>
              <a:rPr dirty="0" err="1"/>
              <a:t>erabiliz</a:t>
            </a:r>
            <a:r>
              <a:rPr dirty="0"/>
              <a:t> </a:t>
            </a:r>
            <a:r>
              <a:rPr dirty="0" err="1"/>
              <a:t>erregistro</a:t>
            </a:r>
            <a:r>
              <a:rPr dirty="0"/>
              <a:t> </a:t>
            </a:r>
            <a:r>
              <a:rPr dirty="0" err="1"/>
              <a:t>berriak</a:t>
            </a:r>
            <a:r>
              <a:rPr dirty="0"/>
              <a:t> </a:t>
            </a:r>
            <a:r>
              <a:rPr dirty="0" err="1"/>
              <a:t>gehitzen</a:t>
            </a:r>
            <a:r>
              <a:rPr dirty="0"/>
              <a:t> </a:t>
            </a:r>
            <a:r>
              <a:rPr dirty="0" err="1"/>
              <a:t>dira</a:t>
            </a:r>
            <a:r>
              <a:rPr dirty="0"/>
              <a:t> </a:t>
            </a:r>
            <a:r>
              <a:rPr dirty="0" err="1"/>
              <a:t>datu-basean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619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java.sql</a:t>
            </a:r>
            <a:r>
              <a:rPr dirty="0"/>
              <a:t>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public class </a:t>
            </a:r>
            <a:r>
              <a:rPr dirty="0" err="1"/>
              <a:t>InsertDemo</a:t>
            </a:r>
            <a:r>
              <a:rPr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Class.forName</a:t>
            </a:r>
            <a:r>
              <a:rPr dirty="0"/>
              <a:t>("</a:t>
            </a:r>
            <a:r>
              <a:rPr dirty="0" err="1"/>
              <a:t>com.mysql.cj.jdbc.Driver</a:t>
            </a:r>
            <a:r>
              <a:rPr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Connection conn = </a:t>
            </a:r>
            <a:r>
              <a:rPr dirty="0" err="1"/>
              <a:t>DriverManager.getConnection</a:t>
            </a:r>
            <a:r>
              <a:rPr dirty="0"/>
              <a:t>(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    "</a:t>
            </a:r>
            <a:r>
              <a:rPr dirty="0" err="1"/>
              <a:t>jdbc:mysql</a:t>
            </a:r>
            <a:r>
              <a:rPr dirty="0"/>
              <a:t>://localhost:3306/</a:t>
            </a:r>
            <a:r>
              <a:rPr dirty="0" err="1"/>
              <a:t>demodb</a:t>
            </a:r>
            <a:r>
              <a:rPr dirty="0"/>
              <a:t>", "root", "root");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String </a:t>
            </a:r>
            <a:r>
              <a:rPr dirty="0" err="1"/>
              <a:t>sql</a:t>
            </a:r>
            <a:r>
              <a:rPr dirty="0"/>
              <a:t> = "INSERT INTO demo(name, city) VALUES (?, ?)";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PreparedStatement</a:t>
            </a:r>
            <a:r>
              <a:rPr dirty="0"/>
              <a:t> </a:t>
            </a:r>
            <a:r>
              <a:rPr dirty="0" err="1"/>
              <a:t>pst</a:t>
            </a:r>
            <a:r>
              <a:rPr dirty="0"/>
              <a:t> = </a:t>
            </a:r>
            <a:r>
              <a:rPr dirty="0" err="1"/>
              <a:t>conn.prepareStatement</a:t>
            </a:r>
            <a:r>
              <a:rPr dirty="0"/>
              <a:t>(</a:t>
            </a:r>
            <a:r>
              <a:rPr dirty="0" err="1"/>
              <a:t>sql</a:t>
            </a:r>
            <a:r>
              <a:rPr dirty="0"/>
              <a:t>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pst.setString</a:t>
            </a:r>
            <a:r>
              <a:rPr dirty="0"/>
              <a:t>(1, "Portugal");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pst.setString</a:t>
            </a:r>
            <a:r>
              <a:rPr dirty="0"/>
              <a:t>(2, "</a:t>
            </a:r>
            <a:r>
              <a:rPr dirty="0" err="1"/>
              <a:t>Lisboa</a:t>
            </a:r>
            <a:r>
              <a:rPr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pst.executeUpdate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pst.close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conn.close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e.printStackTrace</a:t>
            </a:r>
            <a:r>
              <a:rPr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Transakzioak – commit/rollback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27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dirty="0" err="1"/>
              <a:t>Pausuak</a:t>
            </a:r>
            <a:r>
              <a:rPr dirty="0"/>
              <a:t>: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autocommit</a:t>
            </a:r>
            <a:r>
              <a:rPr dirty="0"/>
              <a:t>(false)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Sententziak</a:t>
            </a:r>
            <a:r>
              <a:rPr dirty="0"/>
              <a:t> </a:t>
            </a:r>
            <a:r>
              <a:rPr dirty="0" err="1"/>
              <a:t>exekutatu</a:t>
            </a:r>
            <a:endParaRPr dirty="0"/>
          </a:p>
          <a:p>
            <a:pPr>
              <a:defRPr sz="1400"/>
            </a:pPr>
            <a:r>
              <a:rPr dirty="0"/>
              <a:t>• commit()</a:t>
            </a:r>
          </a:p>
          <a:p>
            <a:pPr>
              <a:defRPr sz="1400"/>
            </a:pPr>
            <a:r>
              <a:rPr dirty="0"/>
              <a:t>• </a:t>
            </a:r>
            <a:r>
              <a:rPr dirty="0" err="1"/>
              <a:t>Errorea</a:t>
            </a:r>
            <a:r>
              <a:rPr dirty="0"/>
              <a:t> </a:t>
            </a:r>
            <a:r>
              <a:rPr dirty="0" err="1"/>
              <a:t>bada</a:t>
            </a:r>
            <a:r>
              <a:rPr dirty="0"/>
              <a:t> rollback()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1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dirty="0" err="1"/>
              <a:t>Transakzioek</a:t>
            </a:r>
            <a:r>
              <a:rPr dirty="0"/>
              <a:t> </a:t>
            </a:r>
            <a:r>
              <a:rPr dirty="0" err="1"/>
              <a:t>operazio</a:t>
            </a:r>
            <a:r>
              <a:rPr dirty="0"/>
              <a:t> </a:t>
            </a:r>
            <a:r>
              <a:rPr dirty="0" err="1"/>
              <a:t>taldeak</a:t>
            </a:r>
            <a:r>
              <a:rPr dirty="0"/>
              <a:t> </a:t>
            </a:r>
            <a:r>
              <a:rPr dirty="0" err="1"/>
              <a:t>koherentzia</a:t>
            </a:r>
            <a:r>
              <a:rPr dirty="0"/>
              <a:t> </a:t>
            </a:r>
            <a:r>
              <a:rPr dirty="0" err="1"/>
              <a:t>osoz</a:t>
            </a:r>
            <a:r>
              <a:rPr dirty="0"/>
              <a:t> </a:t>
            </a:r>
            <a:r>
              <a:rPr dirty="0" err="1"/>
              <a:t>kudeatzen</a:t>
            </a:r>
            <a:r>
              <a:rPr dirty="0"/>
              <a:t> </a:t>
            </a:r>
            <a:r>
              <a:rPr dirty="0" err="1"/>
              <a:t>dituzte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58720"/>
            <a:ext cx="8229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import </a:t>
            </a:r>
            <a:r>
              <a:rPr sz="800" dirty="0" err="1"/>
              <a:t>java.sql</a:t>
            </a:r>
            <a:r>
              <a:rPr sz="800" dirty="0"/>
              <a:t>.*;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public class </a:t>
            </a:r>
            <a:r>
              <a:rPr sz="800" dirty="0" err="1"/>
              <a:t>TransakzioDemo</a:t>
            </a:r>
            <a:r>
              <a:rPr sz="800" dirty="0"/>
              <a:t>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public static void main(String[] </a:t>
            </a:r>
            <a:r>
              <a:rPr sz="800" dirty="0" err="1"/>
              <a:t>args</a:t>
            </a:r>
            <a:r>
              <a:rPr sz="800" dirty="0"/>
              <a:t>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</a:t>
            </a:r>
            <a:r>
              <a:rPr sz="800" dirty="0" err="1"/>
              <a:t>Class.forName</a:t>
            </a:r>
            <a:r>
              <a:rPr sz="800" dirty="0"/>
              <a:t>("</a:t>
            </a:r>
            <a:r>
              <a:rPr sz="800" dirty="0" err="1"/>
              <a:t>com.mysql.cj.jdbc.Driver</a:t>
            </a:r>
            <a:r>
              <a:rPr sz="800" dirty="0"/>
              <a:t>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Connection conn = </a:t>
            </a:r>
            <a:r>
              <a:rPr sz="800" dirty="0" err="1"/>
              <a:t>DriverManager.getConnection</a:t>
            </a:r>
            <a:r>
              <a:rPr sz="800" dirty="0"/>
              <a:t>(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"</a:t>
            </a:r>
            <a:r>
              <a:rPr sz="800" dirty="0" err="1"/>
              <a:t>jdbc:mysql</a:t>
            </a:r>
            <a:r>
              <a:rPr sz="800" dirty="0"/>
              <a:t>://localhost:3306/</a:t>
            </a:r>
            <a:r>
              <a:rPr sz="800" dirty="0" err="1"/>
              <a:t>demodb</a:t>
            </a:r>
            <a:r>
              <a:rPr sz="800" dirty="0"/>
              <a:t>", "root", "root");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</a:t>
            </a:r>
            <a:r>
              <a:rPr sz="800" dirty="0" err="1"/>
              <a:t>conn.setAutoCommit</a:t>
            </a:r>
            <a:r>
              <a:rPr sz="800" dirty="0"/>
              <a:t>(false);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Statement </a:t>
            </a:r>
            <a:r>
              <a:rPr sz="800" dirty="0" err="1"/>
              <a:t>stmt</a:t>
            </a:r>
            <a:r>
              <a:rPr sz="800" dirty="0"/>
              <a:t> = </a:t>
            </a:r>
            <a:r>
              <a:rPr sz="800" dirty="0" err="1"/>
              <a:t>conn.createStatement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try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String q1 = "INSERT INTO </a:t>
            </a:r>
            <a:r>
              <a:rPr sz="800" dirty="0" err="1"/>
              <a:t>dept</a:t>
            </a:r>
            <a:r>
              <a:rPr sz="800" dirty="0"/>
              <a:t> (</a:t>
            </a:r>
            <a:r>
              <a:rPr sz="800" dirty="0" err="1"/>
              <a:t>deptno</a:t>
            </a:r>
            <a:r>
              <a:rPr sz="800" dirty="0"/>
              <a:t>, </a:t>
            </a:r>
            <a:r>
              <a:rPr sz="800" dirty="0" err="1"/>
              <a:t>dname</a:t>
            </a:r>
            <a:r>
              <a:rPr sz="800" dirty="0"/>
              <a:t>, </a:t>
            </a:r>
            <a:r>
              <a:rPr sz="800" dirty="0" err="1"/>
              <a:t>loc</a:t>
            </a:r>
            <a:r>
              <a:rPr sz="800" dirty="0"/>
              <a:t>) VALUES (50, '</a:t>
            </a:r>
            <a:r>
              <a:rPr sz="800" dirty="0" err="1"/>
              <a:t>Logistika</a:t>
            </a:r>
            <a:r>
              <a:rPr sz="800" dirty="0"/>
              <a:t>', 'Hernani')";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String q2 = "INSERT INTO </a:t>
            </a:r>
            <a:r>
              <a:rPr sz="800" dirty="0" err="1"/>
              <a:t>emp</a:t>
            </a:r>
            <a:r>
              <a:rPr sz="800" dirty="0"/>
              <a:t> (</a:t>
            </a:r>
            <a:r>
              <a:rPr sz="800" dirty="0" err="1"/>
              <a:t>empno</a:t>
            </a:r>
            <a:r>
              <a:rPr sz="800" dirty="0"/>
              <a:t>, </a:t>
            </a:r>
            <a:r>
              <a:rPr sz="800" dirty="0" err="1"/>
              <a:t>ename</a:t>
            </a:r>
            <a:r>
              <a:rPr sz="800" dirty="0"/>
              <a:t>, job, </a:t>
            </a:r>
            <a:r>
              <a:rPr sz="800" dirty="0" err="1"/>
              <a:t>deptno</a:t>
            </a:r>
            <a:r>
              <a:rPr sz="800" dirty="0"/>
              <a:t>) VALUES (7960,'iker','kamioia',50)";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stmt.executeUpdate</a:t>
            </a:r>
            <a:r>
              <a:rPr sz="800" dirty="0"/>
              <a:t>(q1);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stmt.executeUpdate</a:t>
            </a:r>
            <a:r>
              <a:rPr sz="800" dirty="0"/>
              <a:t>(q2);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conn.commit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System.out.println</a:t>
            </a:r>
            <a:r>
              <a:rPr sz="800" dirty="0"/>
              <a:t>("</a:t>
            </a:r>
            <a:r>
              <a:rPr sz="800" dirty="0" err="1"/>
              <a:t>Transakzioa</a:t>
            </a:r>
            <a:r>
              <a:rPr sz="800" dirty="0"/>
              <a:t> </a:t>
            </a:r>
            <a:r>
              <a:rPr sz="800" dirty="0" err="1"/>
              <a:t>ondo</a:t>
            </a:r>
            <a:r>
              <a:rPr sz="800" dirty="0"/>
              <a:t> </a:t>
            </a:r>
            <a:r>
              <a:rPr sz="800" dirty="0" err="1"/>
              <a:t>egin</a:t>
            </a:r>
            <a:r>
              <a:rPr sz="800" dirty="0"/>
              <a:t> da!");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} catch (</a:t>
            </a:r>
            <a:r>
              <a:rPr sz="800" dirty="0" err="1"/>
              <a:t>SQLException</a:t>
            </a:r>
            <a:r>
              <a:rPr sz="800" dirty="0"/>
              <a:t>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System.out.println</a:t>
            </a:r>
            <a:r>
              <a:rPr sz="800" dirty="0"/>
              <a:t>("</a:t>
            </a:r>
            <a:r>
              <a:rPr sz="800" dirty="0" err="1"/>
              <a:t>Errorea</a:t>
            </a:r>
            <a:r>
              <a:rPr sz="800" dirty="0"/>
              <a:t>: rollback </a:t>
            </a:r>
            <a:r>
              <a:rPr sz="800" dirty="0" err="1"/>
              <a:t>egiten</a:t>
            </a:r>
            <a:r>
              <a:rPr sz="800" dirty="0"/>
              <a:t>...");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    </a:t>
            </a:r>
            <a:r>
              <a:rPr sz="800" dirty="0" err="1"/>
              <a:t>conn.rollback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endParaRPr sz="800" dirty="0"/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</a:t>
            </a:r>
            <a:r>
              <a:rPr sz="800" dirty="0" err="1"/>
              <a:t>stmt.close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</a:t>
            </a:r>
            <a:r>
              <a:rPr sz="800" dirty="0" err="1"/>
              <a:t>conn.close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} catch (Exception e) {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    </a:t>
            </a:r>
            <a:r>
              <a:rPr sz="800" dirty="0" err="1"/>
              <a:t>e.printStackTrace</a:t>
            </a:r>
            <a:r>
              <a:rPr sz="800" dirty="0"/>
              <a:t>();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rPr sz="800" dirty="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1100</Words>
  <Application>Microsoft Office PowerPoint</Application>
  <PresentationFormat>Presentación en pantalla (4:3)</PresentationFormat>
  <Paragraphs>238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Josune De Sosa Querejeta</dc:creator>
  <cp:keywords/>
  <dc:description>generated using python-pptx</dc:description>
  <cp:lastModifiedBy>Josune De Sosa Querejeta</cp:lastModifiedBy>
  <cp:revision>6</cp:revision>
  <dcterms:created xsi:type="dcterms:W3CDTF">2013-01-27T09:14:16Z</dcterms:created>
  <dcterms:modified xsi:type="dcterms:W3CDTF">2025-11-17T20:18:02Z</dcterms:modified>
  <cp:category/>
</cp:coreProperties>
</file>