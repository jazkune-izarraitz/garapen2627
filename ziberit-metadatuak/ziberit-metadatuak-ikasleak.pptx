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A838"/>
                </a:solidFill>
                <a:latin typeface="Calibri"/>
              </a:defRPr>
            </a:pPr>
            <a:r>
              <a:t>ZiberIT – Metadatuen analisia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2F0EA"/>
                </a:solidFill>
                <a:latin typeface="Calibri"/>
              </a:defRPr>
            </a:pPr>
            <a:r>
              <a:t>Web fitxategiak jeitsi eta EXIF / PDF metadatuak aztertu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B4C0"/>
                </a:solidFill>
                <a:latin typeface="Calibri"/>
              </a:defRPr>
            </a:pPr>
            <a:r>
              <a:t>HE – Ezagutzea / OSINT oinarriak  ·  Ikasleen gida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fpcloud.izarraitz.eus  ·  Arp Kali + Ubuntu ziberit.org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Calibri"/>
              </a:defRPr>
            </a:pPr>
            <a:r>
              <a:t>1. Jardueraren helburua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Zer egin behar duzu?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http://ziberit.org webgunetik ahalik eta fitxategi gehien lortu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Direktorio ezkutuak bilatu (gobuster + hiztegia)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Fitxategiak jeitsi karpeta bakarrean (wget)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Metadatuak atera (exiftool): JPG → GPS, PDF → Author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Hiru emaitza igo: lokalizazioak, autore bakarrak, fitxategi-zerrenda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Calibri"/>
              </a:defRPr>
            </a:pPr>
            <a:r>
              <a:t>2. Laborategiko ingurunea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Bi makina, sarea berezia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Arp Kali → erasotzailea / ikaslearen makina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Ubuntu ziberit → helburua (webgunea)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Sarea: 10.10.10.0/24 (personal2)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Helburua: 10.10.10.12 = ziberit.org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029200" cy="3200400"/>
          </a:xfrm>
          <a:prstGeom prst="rect">
            <a:avLst/>
          </a:prstGeom>
          <a:solidFill>
            <a:srgbClr val="0A1422"/>
          </a:solidFill>
          <a:ln>
            <a:solidFill>
              <a:srgbClr val="2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72768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# Kali-n egiaztatu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ip -br a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# 10.10.10.x ikusi behar duzu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# (eth1 / eth2...)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ping -c 2 10.10.10.12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Calibri"/>
              </a:defRPr>
            </a:pPr>
            <a:r>
              <a:t>3. DNS eta /etc/hosts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Izenak → IP helbideak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DNS: izen bat (ziberit.org) IP bihurtzen du (10.10.10.12)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Laborategian DNS berezia erabiliko dugu: 10.10.10.9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Ez badabil: /etc/hosts fitxategian eskuz lotu izena eta IPa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Zergatik? Nabigatzaileak eta tresnek http://ziberit.org erabiltzeko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10972800" cy="2560320"/>
          </a:xfrm>
          <a:prstGeom prst="rect">
            <a:avLst/>
          </a:prstGeom>
          <a:solidFill>
            <a:srgbClr val="0A1422"/>
          </a:solidFill>
          <a:ln>
            <a:solidFill>
              <a:srgbClr val="2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767328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# Aukera A – DNS zerbitzaria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echo 'nameserver 10.10.10.9' | sudo tee /etc/resolv.conf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# Aukera B – hosts (DNS huts egiten badu)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echo '10.10.10.12 ziberit.org' | sudo tee -a /etc/hosts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ping -c 2 ziberit.org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Calibri"/>
              </a:defRPr>
            </a:pPr>
            <a:r>
              <a:t>4. Direktorioak bilatu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Zer da gobuster?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Webguneek karpeta ezkutuak izan ditzakete (/images, /docs…)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gobuster: hiztegi bateko hitz bakoitza URL gisa probatzen du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Erantzun interesgarriak: 200 (OK), 301/302 (berbideratu), 403…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Hiztegia: directory-list-custom.txt (jarduerak emana)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40480"/>
            <a:ext cx="10972800" cy="2377440"/>
          </a:xfrm>
          <a:prstGeom prst="rect">
            <a:avLst/>
          </a:prstGeom>
          <a:solidFill>
            <a:srgbClr val="0A1422"/>
          </a:solidFill>
          <a:ln>
            <a:solidFill>
              <a:srgbClr val="2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950208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mkdir -p ~/ziberit-lab/emaitzak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gobuster dir -u http://ziberit.org \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  -w ~/directory-list-custom.txt -t 30 \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  -o ~/ziberit-lab/emaitzak/gobuster.txt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cat ~/ziberit-lab/emaitzak/gobuster.txt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Calibri"/>
              </a:defRPr>
            </a:pPr>
            <a:r>
              <a:t>5. gobuster parametroak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Zertarako balio du bakoitzak?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DDAA5"/>
                </a:solidFill>
                <a:latin typeface="Consolas"/>
              </a:defRPr>
            </a:pPr>
            <a:r>
              <a:t>dir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0EA"/>
                </a:solidFill>
                <a:latin typeface="Calibri"/>
              </a:defRPr>
            </a:pPr>
            <a:r>
              <a:t>Direktorio/fitxategi bilaketa modua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1064240" cy="640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DDAA5"/>
                </a:solidFill>
                <a:latin typeface="Consolas"/>
              </a:defRPr>
            </a:pPr>
            <a:r>
              <a:t>-u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860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0EA"/>
                </a:solidFill>
                <a:latin typeface="Calibri"/>
              </a:defRPr>
            </a:pPr>
            <a:r>
              <a:t>Helburuko webgunea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11064240" cy="640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DDAA5"/>
                </a:solidFill>
                <a:latin typeface="Consolas"/>
              </a:defRPr>
            </a:pPr>
            <a:r>
              <a:t>-w fitxategia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0632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0EA"/>
                </a:solidFill>
                <a:latin typeface="Calibri"/>
              </a:defRPr>
            </a:pPr>
            <a:r>
              <a:t>Hiztegia (probatu beharreko izenak)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11064240" cy="640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DDAA5"/>
                </a:solidFill>
                <a:latin typeface="Consolas"/>
              </a:defRPr>
            </a:pPr>
            <a:r>
              <a:t>-t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8404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0EA"/>
                </a:solidFill>
                <a:latin typeface="Calibri"/>
              </a:defRPr>
            </a:pPr>
            <a:r>
              <a:t>Hari paraleloak (abiadura)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80559"/>
            <a:ext cx="11064240" cy="640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DDAA5"/>
                </a:solidFill>
                <a:latin typeface="Consolas"/>
              </a:defRPr>
            </a:pPr>
            <a:r>
              <a:t>-o fitxategia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6177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0EA"/>
                </a:solidFill>
                <a:latin typeface="Calibri"/>
              </a:defRPr>
            </a:pPr>
            <a:r>
              <a:t>Emaitzak fitxategian gorde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Calibri"/>
              </a:defRPr>
            </a:pPr>
            <a:r>
              <a:t>6. Fitxategiak jeitsi – wget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Deskargatu aurkitutako karpetak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wget: HTTP bidez fitxategiak deskargatzeko tresna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Jarduerak: fitxategi guztiak karpeta bakarrean, azpidirektoriorik gabe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Gobuster-ek topatutako bideak erabili (images, docs, download…)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10972800" cy="3017520"/>
          </a:xfrm>
          <a:prstGeom prst="rect">
            <a:avLst/>
          </a:prstGeom>
          <a:solidFill>
            <a:srgbClr val="0A1422"/>
          </a:solidFill>
          <a:ln>
            <a:solidFill>
              <a:srgbClr val="2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93008"/>
            <a:ext cx="10698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cd ~/ziberit-lab &amp;&amp; mkdir -p fitxategiak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wget -r -np -nH -P fitxategiak -A jpg,jpeg,pdf \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  http://ziberit.org/images/ \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  http://ziberit.org/docs/ \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  http://ziberit.org/download/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# Lautu (azpidirektoriorik gabe):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find fitxategiak -mindepth 2 -type f -exec mv -n {} fitxategiak/ \;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find fitxategiak -type d -empty -delete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Calibri"/>
              </a:defRPr>
            </a:pPr>
            <a:r>
              <a:t>7. wget aukerak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Parametro bakoitzaren zentzua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DDAA5"/>
                </a:solidFill>
                <a:latin typeface="Consolas"/>
              </a:defRPr>
            </a:pPr>
            <a:r>
              <a:t>-r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508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0EA"/>
                </a:solidFill>
                <a:latin typeface="Calibri"/>
              </a:defRPr>
            </a:pPr>
            <a:r>
              <a:t>Errekurtsiboki jeitsi (estekak / karpetak)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1064240" cy="640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DDAA5"/>
                </a:solidFill>
                <a:latin typeface="Consolas"/>
              </a:defRPr>
            </a:pPr>
            <a:r>
              <a:t>-np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0EA"/>
                </a:solidFill>
                <a:latin typeface="Calibri"/>
              </a:defRPr>
            </a:pPr>
            <a:r>
              <a:t>Guraso-direktoriora ez igo (No Parent)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11064240" cy="640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DDAA5"/>
                </a:solidFill>
                <a:latin typeface="Consolas"/>
              </a:defRPr>
            </a:pPr>
            <a:r>
              <a:t>-nH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063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0EA"/>
                </a:solidFill>
                <a:latin typeface="Calibri"/>
              </a:defRPr>
            </a:pPr>
            <a:r>
              <a:t>Host-izeneko karpeta ez sortu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11064240" cy="640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DDAA5"/>
                </a:solidFill>
                <a:latin typeface="Consolas"/>
              </a:defRPr>
            </a:pPr>
            <a:r>
              <a:t>-P dir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840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0EA"/>
                </a:solidFill>
                <a:latin typeface="Calibri"/>
              </a:defRPr>
            </a:pPr>
            <a:r>
              <a:t>Helmuga-karpeta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80559"/>
            <a:ext cx="11064240" cy="640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DDAA5"/>
                </a:solidFill>
                <a:latin typeface="Consolas"/>
              </a:defRPr>
            </a:pPr>
            <a:r>
              <a:t>-A 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617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0EA"/>
                </a:solidFill>
                <a:latin typeface="Calibri"/>
              </a:defRPr>
            </a:pPr>
            <a:r>
              <a:t>Luzapen iragazkia (jpg, pdf…)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Calibri"/>
              </a:defRPr>
            </a:pPr>
            <a:r>
              <a:t>8. Zer dira metadatuak?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Fitxategiaren “atzeko” informazioa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Metadatuak: fitxategian gordetako datuak, edukia bera ez direnak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JPG (EXIF): kamera, data, eta batzuetan GPS kokapena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PDF: egilea (Author), izenburua, softwarea…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OSINT / forentsean baliagarriak: nork sortu duen, non atera den argazkia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exiftool: metadatuak irakurri eta esportatzeko tresna estandarra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Calibri"/>
              </a:defRPr>
            </a:pPr>
            <a:r>
              <a:t>9. JPG – geolokalizazioa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GPS Latitude / Longitude /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Argazki batzuek GPS koordenatuak dituzte EXIF-ean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Ikasleak: informazio hori fitxategi batean gorde (lokalizazioak.txt)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Kontuz: -ext jpg eta -ext jpeg desberdinak dira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91840"/>
            <a:ext cx="10972800" cy="2926080"/>
          </a:xfrm>
          <a:prstGeom prst="rect">
            <a:avLst/>
          </a:prstGeom>
          <a:solidFill>
            <a:srgbClr val="0A1422"/>
          </a:solidFill>
          <a:ln>
            <a:solidFill>
              <a:srgbClr val="2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01568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cd ~/ziberit-lab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exiftool -GPSLatitude -GPSLongitude -GPSPosition -csv \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  -ext jpg -ext jpeg fitxategiak/ \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  &gt; emaitzak/lokalizazioak.txt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cat emaitzak/lokalizazioak.txt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Calibri"/>
              </a:defRPr>
            </a:pPr>
            <a:r>
              <a:t>10. PDF – Author bakarrak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Errepikatu gabe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PDF bakoitzak Author eremu bat izan dezake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Jarduerak: egile ezberdinak soilik (sort -u = unique)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awk 'NF' → lerro hutsak kendu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91840"/>
            <a:ext cx="10972800" cy="2926080"/>
          </a:xfrm>
          <a:prstGeom prst="rect">
            <a:avLst/>
          </a:prstGeom>
          <a:solidFill>
            <a:srgbClr val="0A1422"/>
          </a:solidFill>
          <a:ln>
            <a:solidFill>
              <a:srgbClr val="2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01568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cd ~/ziberit-lab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exiftool -q -p '$Author' -ext pdf fitxategiak/ \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  | awk 'NF' | sort -u \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  &gt; emaitzak/autoreak.txt</a:t>
            </a: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cat emaitzak/autoreak.txt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Calibri"/>
              </a:defRPr>
            </a:pPr>
            <a:r>
              <a:t>11. Zer igo behar 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Hiru fitxategi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9418320" cy="10058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838"/>
                </a:solidFill>
                <a:latin typeface="Consolas"/>
              </a:defRPr>
            </a:pPr>
            <a:r>
              <a:t>lokalizazioak.txt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659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0EA"/>
                </a:solidFill>
                <a:latin typeface="Calibri"/>
              </a:defRPr>
            </a:pPr>
            <a:r>
              <a:t>JPG-etako GPS metadatuak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697480"/>
            <a:ext cx="9418320" cy="10058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880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838"/>
                </a:solidFill>
                <a:latin typeface="Consolas"/>
              </a:defRPr>
            </a:pPr>
            <a:r>
              <a:t>autoreak.txt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0EA"/>
                </a:solidFill>
                <a:latin typeface="Calibri"/>
              </a:defRPr>
            </a:pPr>
            <a:r>
              <a:t>PDF Author bakarrak (errepikatu gabe)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931920"/>
            <a:ext cx="9418320" cy="10058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114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838"/>
                </a:solidFill>
                <a:latin typeface="Consolas"/>
              </a:defRPr>
            </a:pPr>
            <a:r>
              <a:t>fitxategi-zerrenda.txt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4348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0EA"/>
                </a:solidFill>
                <a:latin typeface="Calibri"/>
              </a:defRPr>
            </a:pPr>
            <a:r>
              <a:t>wget-ek jeitsitako fitxategien zerrenda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03520"/>
            <a:ext cx="9418320" cy="1097280"/>
          </a:xfrm>
          <a:prstGeom prst="rect">
            <a:avLst/>
          </a:prstGeom>
          <a:solidFill>
            <a:srgbClr val="0A1422"/>
          </a:solidFill>
          <a:ln>
            <a:solidFill>
              <a:srgbClr val="2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5413248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7DDAA5"/>
                </a:solidFill>
                <a:latin typeface="Consolas"/>
              </a:defRPr>
            </a:pPr>
            <a:r>
              <a:t>find fitxategiak -type f | sort &gt; emaitzak/fitxategi-zerrenda.txt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Calibri"/>
              </a:defRPr>
            </a:pPr>
            <a:r>
              <a:t>12. Prozesu osoa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Ordena gogoratu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1  Sarea egiaztatu (10.10.10.x)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2  DNS / hosts → ping ziberit.org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3  gobuster + directory-list-custom.txt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4  wget (images, docs, download…)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5  Fitxategiak lautu karpeta bakarrean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6  exiftool JPG → lokalizazioak.txt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7  exiftool PDF → autoreak.txt (sort -u)</a:t>
            </a:r>
          </a:p>
          <a:p>
            <a:pPr>
              <a:spcAft>
                <a:spcPts val="800"/>
              </a:spcAft>
              <a:defRPr sz="1800">
                <a:solidFill>
                  <a:srgbClr val="F2F0EA"/>
                </a:solidFill>
                <a:latin typeface="Calibri"/>
              </a:defRPr>
            </a:pPr>
            <a:r>
              <a:t>•  8  Zerrenda sortu eta hiru fitxategiak igo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Calibri"/>
              </a:defRPr>
            </a:pPr>
            <a:r>
              <a:t>13. Ohiko erroreak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4C0"/>
                </a:solidFill>
                <a:latin typeface="Calibri"/>
              </a:defRPr>
            </a:pPr>
            <a:r>
              <a:t>Zer begiratu trabatzen zarenean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ping ziberit.org huts → hosts edo DNS berrikusi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gobuster-ek ezer ez → webgunea piztuta dago? curl http://ziberit.org/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wget-ek jpg gutxi → -ext jpg (ez soilik jpeg)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autoreak.txt zikin → erabili -q -p '$Author' eta awk 'NF'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^ karakterea Isard-en → awk 'NF' erabili sed '/^$/d' ordez</a:t>
            </a:r>
          </a:p>
          <a:p>
            <a:pPr>
              <a:spcAft>
                <a:spcPts val="800"/>
              </a:spcAft>
              <a:defRPr sz="1700">
                <a:solidFill>
                  <a:srgbClr val="F2F0EA"/>
                </a:solidFill>
                <a:latin typeface="Calibri"/>
              </a:defRPr>
            </a:pPr>
            <a:r>
              <a:t>•  Makina berrabiarazi ondoren → IP eta nginx/web edukia egiaztatu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A838"/>
                </a:solidFill>
                <a:latin typeface="Calibri"/>
              </a:defRPr>
            </a:pPr>
            <a:r>
              <a:t>Galderarik?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2F0EA"/>
                </a:solidFill>
                <a:latin typeface="Calibri"/>
              </a:defRPr>
            </a:pPr>
            <a:r>
              <a:t>Proba ezazu pausoz pauso Arp Kali-n.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B4C0"/>
                </a:solidFill>
                <a:latin typeface="Calibri"/>
              </a:defRPr>
            </a:pPr>
            <a:r>
              <a:t>Tresnak: ping · gobuster · wget · exiftool · find · sort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